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-project-one-lyart.vercel.app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eb-project-one-lyart.vercel.app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GameVault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Game Store Platform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· Purchase · Publish · Manage</a:t>
            </a:r>
            <a:endParaRPr lang="en-US" sz="1400" dirty="0"/>
          </a:p>
        </p:txBody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640080" y="4160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web-project-one-lyart.vercel.app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GameVault?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18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Front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193852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filter by genre &amp; price, view game pages with screenshots and reviews.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618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0" y="193852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games, access a personal library, and download owned titles instantly.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218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Hub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43000" y="353872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titles, manage listings, track downloads, ratings, and estimated revenue.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30632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461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218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486400" y="353872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analytics, full user &amp; game management, role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527048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with genre, price, and sort filters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4173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916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527048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game pages with screenshots and community reviews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5603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346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670048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games to cart and checkout with mock payment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00600" y="25603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00600" y="25603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8346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2670048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game library with download access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37033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7033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7764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3813048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star ratings and written reviews on owned games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800600" y="37033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00600" y="37033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9776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3813048"/>
            <a:ext cx="3337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Releases, Top Sellers &amp; Free to Play sections on Home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DEVELOPER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Hub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65960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830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688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Games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2926080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cover images &amp; screenshots, set metadata, genres, and pricing.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06040" y="1508760"/>
            <a:ext cx="1965960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5087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830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4688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Titles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15768" y="2926080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delete your own published games at any time from the hub.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54880" y="1508760"/>
            <a:ext cx="1965960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5087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830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4688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Per-Game Stats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64608" y="2926080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downloads, ratings, and written reviews per title.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03720" y="1508760"/>
            <a:ext cx="1965960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5087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8308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24688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13448" y="2926080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estimated revenue generated from your game sales.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access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554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1214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554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1214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platform 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463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554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21214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analytics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8892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Capabilities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2004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platform-wide stats: users, games, orders, revenue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users: create, edit, change roles, delete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63440" y="32004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games across all developers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top-selling games and genre breakdown charts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65960" cy="2834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67335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679192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Icons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508760"/>
            <a:ext cx="1965960" cy="2834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5087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67335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0048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2679192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· express-validator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508760"/>
            <a:ext cx="1965960" cy="2834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5087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67335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18888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92040" y="2679192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models: User, Game, Order, Review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1508760"/>
            <a:ext cx="1965960" cy="2834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5087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67335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67728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40880" y="2679192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(gamevault-frontend)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   layout &amp; UI components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      AuthContext · GameContext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        Home · Store · Cart · Library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pages/admin/  AdminDashboard · Users · Games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        DeveloperHub · GameDetail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     api.js — all API calls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3931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(gamevault-backend)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      MongoDB connection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      User · Game · Order ·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 Business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      Express route definitions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  auth · role ·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     Database seeder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Reference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538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45389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Get Profile, Update Profile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21408"/>
            <a:ext cx="64008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579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/api/games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15798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Get, Publish, Update, Delete, Reviews, Download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25496"/>
            <a:ext cx="64008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20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8620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CRUD, Checkout, Library, Order History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9584"/>
            <a:ext cx="64008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66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/api/reviews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566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Delete own reviews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33672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33672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70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427024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User CRUD, Game CRUD — admin role required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prefixed with /api  ·  JWT required on protected routes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6908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20299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tokens signed with a secret key; 7-day expiry. Every protected route verified server-side.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508760"/>
            <a:ext cx="406908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77840" y="20299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customer · developer · admin. Middleware enforces access at the route level.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200400"/>
            <a:ext cx="406908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832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337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34440" y="37216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bcryptjs — never stored in plaintext.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3200400"/>
            <a:ext cx="406908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3337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77840" y="37216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 on the server and client-side checks prevent bad data from reaching the database.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1792" y="203911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store, apply filters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games, checkout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personal library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reviews and ratings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owned titles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37560" y="14173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904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02152" y="203911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 capabilities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new games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 own titles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per-game stats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estimated revenue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41732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904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82512" y="203911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Developer capabilities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analytics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games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top sellers &amp;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Hosting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160020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deploys for the React/Vite frontend. Set VITE_API_URL env variable to point at the backend.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82296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788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34440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00400" y="278892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Node/Express API server. Note: free tier spins down after 15 min inactivity; first request may take ~60 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886200"/>
            <a:ext cx="82296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977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234440" y="4389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200400" y="397764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cluster. Set MONGO_URI in backend .env. After deploy, update CLIENT_URL for CORS.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File uploads are ephemeral on Render free tier — migrate to Cloudinary or AWS S3 for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SETUP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7830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Install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gamevault-backend &amp;&amp; npm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gamevault-frontend &amp;&amp; npm install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7830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5544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.env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 PORT, MONGO_URI, JWT_SECRET, JWT_EXPIRE, CLIENT_URL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Frontend: VITE_API_URL=http://localhost:5000/api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4747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Run 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seed   # optional sample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# starts on :5000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1546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34747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32461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Frontend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6576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# starts on :5173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http://localhost:5173 in browser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F2940"/>
          </a:solidFill>
          <a:ln w="12700">
            <a:solidFill>
              <a:srgbClr val="0F294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85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GameVault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platform for gamers, developers &amp; administrators.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17520" y="3703320"/>
            <a:ext cx="3108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301752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web-project-one-lyart.vercel.app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GameVault</dc:title>
  <dc:subject>PptxGenJS Presentation</dc:subject>
  <dc:creator>PptxGenJS</dc:creator>
  <cp:lastModifiedBy>PptxGenJS</cp:lastModifiedBy>
  <cp:revision>1</cp:revision>
  <dcterms:created xsi:type="dcterms:W3CDTF">2026-05-10T09:31:00Z</dcterms:created>
  <dcterms:modified xsi:type="dcterms:W3CDTF">2026-05-10T09:31:00Z</dcterms:modified>
</cp:coreProperties>
</file>